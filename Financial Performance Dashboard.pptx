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78" d="100"/>
          <a:sy n="78" d="100"/>
        </p:scale>
        <p:origin x="14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F6FC4-6063-4D8A-A24E-48C5870707B3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92186-24A4-44C1-BA03-4A35086D60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218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F6FC4-6063-4D8A-A24E-48C5870707B3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92186-24A4-44C1-BA03-4A35086D60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6215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F6FC4-6063-4D8A-A24E-48C5870707B3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92186-24A4-44C1-BA03-4A35086D60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6098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F6FC4-6063-4D8A-A24E-48C5870707B3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92186-24A4-44C1-BA03-4A35086D60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2103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F6FC4-6063-4D8A-A24E-48C5870707B3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92186-24A4-44C1-BA03-4A35086D60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6818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F6FC4-6063-4D8A-A24E-48C5870707B3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92186-24A4-44C1-BA03-4A35086D60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0505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F6FC4-6063-4D8A-A24E-48C5870707B3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92186-24A4-44C1-BA03-4A35086D60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660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F6FC4-6063-4D8A-A24E-48C5870707B3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92186-24A4-44C1-BA03-4A35086D60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8755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F6FC4-6063-4D8A-A24E-48C5870707B3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92186-24A4-44C1-BA03-4A35086D60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9697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F6FC4-6063-4D8A-A24E-48C5870707B3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92186-24A4-44C1-BA03-4A35086D60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7734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F6FC4-6063-4D8A-A24E-48C5870707B3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92186-24A4-44C1-BA03-4A35086D60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6194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F6FC4-6063-4D8A-A24E-48C5870707B3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92186-24A4-44C1-BA03-4A35086D60B0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550404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F6FC4-6063-4D8A-A24E-48C5870707B3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92186-24A4-44C1-BA03-4A35086D60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75743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F6FC4-6063-4D8A-A24E-48C5870707B3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92186-24A4-44C1-BA03-4A35086D60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38359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F6FC4-6063-4D8A-A24E-48C5870707B3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92186-24A4-44C1-BA03-4A35086D60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18041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F6FC4-6063-4D8A-A24E-48C5870707B3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92186-24A4-44C1-BA03-4A35086D60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3434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F6FC4-6063-4D8A-A24E-48C5870707B3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92186-24A4-44C1-BA03-4A35086D60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6100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8F6FC4-6063-4D8A-A24E-48C5870707B3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892186-24A4-44C1-BA03-4A35086D60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29708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5FC5A-A70F-656D-32C4-A3A08E5C9B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2897" y="5239264"/>
            <a:ext cx="8666205" cy="927401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Financial Performance Dashboard </a:t>
            </a:r>
            <a:b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Vaishali A</a:t>
            </a:r>
            <a:endParaRPr lang="en-IN" sz="2200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8765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2EAFC-F04D-B7E9-3967-06E9E59B3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351" y="284205"/>
            <a:ext cx="11059298" cy="6462584"/>
          </a:xfrm>
        </p:spPr>
        <p:txBody>
          <a:bodyPr>
            <a:normAutofit fontScale="32500" lnSpcReduction="20000"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en-IN" sz="6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:</a:t>
            </a:r>
          </a:p>
          <a:p>
            <a:pPr lvl="1" algn="just">
              <a:lnSpc>
                <a:spcPct val="170000"/>
              </a:lnSpc>
            </a:pP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organizations struggle to monitor their financial performance effectively due to large volumes of sales and profit data. Management needs a centralized dashboard to track revenue, profit, sales trends, and regional performance in order to identify business opportunities, detect performance issues, and make informed decisions.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6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:</a:t>
            </a:r>
          </a:p>
          <a:p>
            <a:pPr lvl="1" algn="just">
              <a:lnSpc>
                <a:spcPct val="170000"/>
              </a:lnSpc>
            </a:pP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of this project is to develop an interactive Financial Performance Dashboard that:</a:t>
            </a:r>
          </a:p>
          <a:p>
            <a:pPr lvl="1" algn="just">
              <a:lnSpc>
                <a:spcPct val="170000"/>
              </a:lnSpc>
            </a:pP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Monitors key financial KPIs such as Revenue, Profit, Profit Margin, and Growth. </a:t>
            </a:r>
          </a:p>
          <a:p>
            <a:pPr lvl="1" algn="just">
              <a:lnSpc>
                <a:spcPct val="170000"/>
              </a:lnSpc>
            </a:pP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Analyzes sales performance across products, regions, and time periods. </a:t>
            </a:r>
          </a:p>
          <a:p>
            <a:pPr lvl="1" algn="just">
              <a:lnSpc>
                <a:spcPct val="170000"/>
              </a:lnSpc>
            </a:pP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high-performing and low-performing business areas. </a:t>
            </a:r>
          </a:p>
          <a:p>
            <a:pPr lvl="1" algn="just">
              <a:lnSpc>
                <a:spcPct val="170000"/>
              </a:lnSpc>
            </a:pP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actionable insights to support strategic decision-making. </a:t>
            </a:r>
          </a:p>
          <a:p>
            <a:pPr lvl="1" algn="just">
              <a:lnSpc>
                <a:spcPct val="170000"/>
              </a:lnSpc>
            </a:pP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management improve profitability and business growth through data-driven analysis.</a:t>
            </a:r>
          </a:p>
          <a:p>
            <a:pPr marL="0" indent="0">
              <a:buNone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7111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44C1C-779B-9E58-FC9B-75863931C0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6201" y="0"/>
            <a:ext cx="8483600" cy="6731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INFORMATION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contains: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Transactions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Information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Country/Region Details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Discounts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Information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duplicates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Handled missing values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Formatted date fields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Validated business metrics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7581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9BFA77-D56A-E7D1-43D0-14E5A22D8660}"/>
              </a:ext>
            </a:extLst>
          </p:cNvPr>
          <p:cNvSpPr txBox="1"/>
          <p:nvPr/>
        </p:nvSpPr>
        <p:spPr>
          <a:xfrm>
            <a:off x="1079500" y="660399"/>
            <a:ext cx="9855200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OVERVIEW</a:t>
            </a:r>
          </a:p>
          <a:p>
            <a:pPr algn="ctr"/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Sections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Top Section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KPI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KPI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Margin KPI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 KPI</a:t>
            </a:r>
          </a:p>
          <a:p>
            <a:pPr lvl="2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Middle Section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Trend Analysis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Trend Analysis</a:t>
            </a:r>
          </a:p>
          <a:p>
            <a:pPr lvl="2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Bottom Section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Performance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 Analysis </a:t>
            </a:r>
          </a:p>
          <a:p>
            <a:pPr lvl="2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8350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D4E73D-4E9B-564D-C632-7AF8EB302010}"/>
              </a:ext>
            </a:extLst>
          </p:cNvPr>
          <p:cNvSpPr txBox="1"/>
          <p:nvPr/>
        </p:nvSpPr>
        <p:spPr>
          <a:xfrm>
            <a:off x="2286000" y="469900"/>
            <a:ext cx="721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1571B8-7F68-76C7-CB8A-5279469F3D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00" r="11366"/>
          <a:stretch>
            <a:fillRect/>
          </a:stretch>
        </p:blipFill>
        <p:spPr>
          <a:xfrm>
            <a:off x="1333500" y="1197193"/>
            <a:ext cx="9258300" cy="5368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482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A12103-D10C-3CD5-37FE-32E13F4070A5}"/>
              </a:ext>
            </a:extLst>
          </p:cNvPr>
          <p:cNvSpPr txBox="1"/>
          <p:nvPr/>
        </p:nvSpPr>
        <p:spPr>
          <a:xfrm>
            <a:off x="1193800" y="1333500"/>
            <a:ext cx="10134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 Financial Performance Dashboard successfully provides a comprehensive view of the organization's financial health by analyzing key metrics such as Revenue, Profit, Profit Margin, and Sales Trends. The dashboard enables management to identify high-performing products and regions, monitor business growth, and detect areas that require improvement. Through data-driven insights and visualizations, it supports informed decision-making, enhances operational efficiency, and contributes to overall business growth and profitability.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40435D-34EE-8575-1751-F7C662EF68C0}"/>
              </a:ext>
            </a:extLst>
          </p:cNvPr>
          <p:cNvSpPr txBox="1"/>
          <p:nvPr/>
        </p:nvSpPr>
        <p:spPr>
          <a:xfrm>
            <a:off x="3289300" y="914400"/>
            <a:ext cx="4813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7265553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67</TotalTime>
  <Words>284</Words>
  <Application>Microsoft Office PowerPoint</Application>
  <PresentationFormat>Widescreen</PresentationFormat>
  <Paragraphs>46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Bookman Old Style</vt:lpstr>
      <vt:lpstr>Rockwell</vt:lpstr>
      <vt:lpstr>Times New Roman</vt:lpstr>
      <vt:lpstr>Damask</vt:lpstr>
      <vt:lpstr>Financial Performance Dashboard     Presented By Vaishali A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VAISHALI A</dc:creator>
  <cp:lastModifiedBy>VAISHALI A</cp:lastModifiedBy>
  <cp:revision>1</cp:revision>
  <dcterms:created xsi:type="dcterms:W3CDTF">2026-06-20T13:36:03Z</dcterms:created>
  <dcterms:modified xsi:type="dcterms:W3CDTF">2026-06-20T14:43:23Z</dcterms:modified>
</cp:coreProperties>
</file>